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Fig5_Capture!$AJ$13:$AJ$19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Fig5_Capture!$AK$13:$AK$19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Fig5_Capture!$AL$13:$AL$19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Fig5_Capture!$AM$13:$AM$19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Fig5_Capture!$AN$13:$AN$19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Fig5_Capture!$AO$13:$AO$19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Fig5_Capture!$AP$13:$AP$19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28.68</c:v>
                </c:pt>
                <c:pt idx="1">
                  <c:v>28.64</c:v>
                </c:pt>
                <c:pt idx="2">
                  <c:v>29.32</c:v>
                </c:pt>
                <c:pt idx="3">
                  <c:v>30.83</c:v>
                </c:pt>
                <c:pt idx="4">
                  <c:v>33.37</c:v>
                </c:pt>
                <c:pt idx="5">
                  <c:v>34.6</c:v>
                </c:pt>
                <c:pt idx="6">
                  <c:v>32.67</c:v>
                </c:pt>
                <c:pt idx="7">
                  <c:v>27.52</c:v>
                </c:pt>
                <c:pt idx="8">
                  <c:v>22.12</c:v>
                </c:pt>
                <c:pt idx="9">
                  <c:v>17.52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40.92</c:v>
                </c:pt>
                <c:pt idx="18">
                  <c:v>42.2</c:v>
                </c:pt>
                <c:pt idx="19">
                  <c:v>40.05</c:v>
                </c:pt>
                <c:pt idx="20">
                  <c:v>37.18</c:v>
                </c:pt>
                <c:pt idx="21">
                  <c:v>34.33</c:v>
                </c:pt>
                <c:pt idx="22">
                  <c:v>31.6</c:v>
                </c:pt>
                <c:pt idx="23">
                  <c:v>29.75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