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28.59</c:v>
                </c:pt>
                <c:pt idx="1">
                  <c:v>28.55</c:v>
                </c:pt>
                <c:pt idx="2">
                  <c:v>29.23</c:v>
                </c:pt>
                <c:pt idx="3">
                  <c:v>30.74</c:v>
                </c:pt>
                <c:pt idx="4">
                  <c:v>33.23</c:v>
                </c:pt>
                <c:pt idx="5">
                  <c:v>34.31</c:v>
                </c:pt>
                <c:pt idx="6">
                  <c:v>32.19</c:v>
                </c:pt>
                <c:pt idx="7">
                  <c:v>26.83</c:v>
                </c:pt>
                <c:pt idx="8">
                  <c:v>21.02</c:v>
                </c:pt>
                <c:pt idx="9">
                  <c:v>16.55</c:v>
                </c:pt>
                <c:pt idx="10">
                  <c:v>13.56</c:v>
                </c:pt>
                <c:pt idx="11">
                  <c:v>12.26</c:v>
                </c:pt>
                <c:pt idx="12">
                  <c:v>12.19</c:v>
                </c:pt>
                <c:pt idx="13">
                  <c:v>14.27</c:v>
                </c:pt>
                <c:pt idx="14">
                  <c:v>18.93</c:v>
                </c:pt>
                <c:pt idx="15">
                  <c:v>25.84</c:v>
                </c:pt>
                <c:pt idx="16">
                  <c:v>34.5</c:v>
                </c:pt>
                <c:pt idx="17">
                  <c:v>40.61</c:v>
                </c:pt>
                <c:pt idx="18">
                  <c:v>42.05</c:v>
                </c:pt>
                <c:pt idx="19">
                  <c:v>39.98</c:v>
                </c:pt>
                <c:pt idx="20">
                  <c:v>37.08</c:v>
                </c:pt>
                <c:pt idx="21">
                  <c:v>34.16</c:v>
                </c:pt>
                <c:pt idx="22">
                  <c:v>31.45</c:v>
                </c:pt>
                <c:pt idx="23">
                  <c:v>29.64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