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2025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41.34</c:v>
                </c:pt>
                <c:pt idx="89">
                  <c:v>42.06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28.75</c:v>
                </c:pt>
                <c:pt idx="1">
                  <c:v>28.71</c:v>
                </c:pt>
                <c:pt idx="2">
                  <c:v>29.39</c:v>
                </c:pt>
                <c:pt idx="3">
                  <c:v>30.9</c:v>
                </c:pt>
                <c:pt idx="4">
                  <c:v>33.45</c:v>
                </c:pt>
                <c:pt idx="5">
                  <c:v>34.65</c:v>
                </c:pt>
                <c:pt idx="6">
                  <c:v>32.7</c:v>
                </c:pt>
                <c:pt idx="7">
                  <c:v>27.53</c:v>
                </c:pt>
                <c:pt idx="8">
                  <c:v>21.88</c:v>
                </c:pt>
                <c:pt idx="9">
                  <c:v>17.52</c:v>
                </c:pt>
                <c:pt idx="10">
                  <c:v>14.56</c:v>
                </c:pt>
                <c:pt idx="11">
                  <c:v>13.22</c:v>
                </c:pt>
                <c:pt idx="12">
                  <c:v>13.12</c:v>
                </c:pt>
                <c:pt idx="13">
                  <c:v>15.13</c:v>
                </c:pt>
                <c:pt idx="14">
                  <c:v>19.7</c:v>
                </c:pt>
                <c:pt idx="15">
                  <c:v>26.52</c:v>
                </c:pt>
                <c:pt idx="16">
                  <c:v>35.02</c:v>
                </c:pt>
                <c:pt idx="17">
                  <c:v>40.92</c:v>
                </c:pt>
                <c:pt idx="18">
                  <c:v>42.21</c:v>
                </c:pt>
                <c:pt idx="19">
                  <c:v>40.07</c:v>
                </c:pt>
                <c:pt idx="20">
                  <c:v>37.21</c:v>
                </c:pt>
                <c:pt idx="21">
                  <c:v>34.37</c:v>
                </c:pt>
                <c:pt idx="22">
                  <c:v>31.65</c:v>
                </c:pt>
                <c:pt idx="23">
                  <c:v>29.81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