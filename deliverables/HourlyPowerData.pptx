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28.46</c:v>
                </c:pt>
                <c:pt idx="1">
                  <c:v>28.45</c:v>
                </c:pt>
                <c:pt idx="2">
                  <c:v>29.14</c:v>
                </c:pt>
                <c:pt idx="3">
                  <c:v>30.71</c:v>
                </c:pt>
                <c:pt idx="4">
                  <c:v>33.24</c:v>
                </c:pt>
                <c:pt idx="5">
                  <c:v>34.2</c:v>
                </c:pt>
                <c:pt idx="6">
                  <c:v>31.92</c:v>
                </c:pt>
                <c:pt idx="7">
                  <c:v>26.46</c:v>
                </c:pt>
                <c:pt idx="8">
                  <c:v>20.5</c:v>
                </c:pt>
                <c:pt idx="9">
                  <c:v>15.98</c:v>
                </c:pt>
                <c:pt idx="10">
                  <c:v>12.97</c:v>
                </c:pt>
                <c:pt idx="11">
                  <c:v>11.7</c:v>
                </c:pt>
                <c:pt idx="12">
                  <c:v>11.61</c:v>
                </c:pt>
                <c:pt idx="13">
                  <c:v>13.71</c:v>
                </c:pt>
                <c:pt idx="14">
                  <c:v>18.42</c:v>
                </c:pt>
                <c:pt idx="15">
                  <c:v>25.39</c:v>
                </c:pt>
                <c:pt idx="16">
                  <c:v>34.12</c:v>
                </c:pt>
                <c:pt idx="17">
                  <c:v>40.34</c:v>
                </c:pt>
                <c:pt idx="18">
                  <c:v>41.81</c:v>
                </c:pt>
                <c:pt idx="19">
                  <c:v>39.75</c:v>
                </c:pt>
                <c:pt idx="20">
                  <c:v>36.8</c:v>
                </c:pt>
                <c:pt idx="21">
                  <c:v>33.9</c:v>
                </c:pt>
                <c:pt idx="22">
                  <c:v>31.25</c:v>
                </c:pt>
                <c:pt idx="23">
                  <c:v>29.47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