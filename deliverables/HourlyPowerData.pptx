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 xmlns:a="http://schemas.openxmlformats.org/drawingml/2006/main"/>
          <a:p xmlns:a="http://schemas.openxmlformats.org/drawingml/2006/main">
            <a:pPr>
              <a:defRPr sz="800" b="0" i="1"/>
            </a:pPr>
            <a:r>
              <a:rPr lang="en-GB" sz="800" b="0" i="1"/>
              <a:t>GB = Elexon market index (within-day), not a day-ahead auction</a:t>
            </a:r>
          </a:p>
        </c:rich>
      </c:tx>
      <c:overlay val="0"/>
    </c:title>
    <c:autoTitleDeleted val="0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Line_Window!$C$2:$C$8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Line_Window!$D$2:$D$8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Line_Window!$E$2:$E$8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Line_Window!$F$2:$F$8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Line_Window!$G$2:$G$8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ser>
          <c:idx val="5"/>
          <c:order val="5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0"/>
              </c:numCache>
            </c:numRef>
          </c:cat>
          <c:val>
            <c:numRef>
              <c:f>Line_Window!$EZ$2:$EZ$8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 xmlns:a="http://schemas.openxmlformats.org/drawingml/2006/main"/>
          <a:p xmlns:a="http://schemas.openxmlformats.org/drawingml/2006/main">
            <a:pPr>
              <a:defRPr sz="800" b="0" i="1"/>
            </a:pPr>
            <a:r>
              <a:rPr lang="en-GB" sz="800" b="0" i="1"/>
              <a:t>GB = Elexon market index (within-day), not a day-ahead auction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Line_Window!$H$2:$H$8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Line_Window!$J$2:$J$8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Line_Window!$K$2:$K$8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Line_Window!$L$2:$L$8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ser>
          <c:idx val="5"/>
          <c:order val="5"/>
          <c:tx>
            <c:v>Great Britain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0"/>
              </c:numCache>
            </c:numRef>
          </c:cat>
          <c:val>
            <c:numRef>
              <c:f>Line_Window!$FA$2:$FA$8</c:f>
              <c:numCache>
                <c:formatCode>General</c:formatCode>
                <c:ptCount val="0"/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Line_Window!$AK$2:$AK$367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Line_Window!$AL$2:$AL$367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Line_Window!$AM$2:$AM$367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Line_Window!$AN$2:$AN$367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Line_Window!$AO$2:$AO$367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Line_Window!$AP$2:$AP$367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Line_Window!$AQ$2:$AQ$367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Line_Window!$AR$2:$AR$367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strRef>
              <c:f>Status!$N$2</c:f>
              <c:strCache>
                <c:ptCount val="1"/>
                <c:pt idx="0">
                  <c:v>2025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Line_Window!$BR$2:$BR$367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Line_Window!$BQ$2:$BQ$367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Line_Window!$M$2:$M$25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Line_Window!$N$2:$N$25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Line_Window!$O$2:$O$25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Line_Window!$P$2:$P$25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Line_Window!$Q$2:$Q$25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Line_Window!$R$2:$R$25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Line_Window!$S$2:$S$25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Line_Window!$T$2:$T$25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Line_Window!$BA$2:$BA$102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Line_Window!$BB$2:$BB$102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Line_Window!$BC$2:$BC$102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Line_Window!$BD$2:$BD$102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Line_Window!$BE$2:$BE$102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Line_Window!$BF$2:$BF$102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Line_Window!$BG$2:$BG$102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Line_Window!$BH$2:$BH$102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Line_Window!$BS$2:$BS$25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Line_Window!$BT$2:$BT$25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Line_Window!$BU$2:$BU$25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Line_Window!$BV$2:$BV$25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Line_Window!$BW$2:$BW$25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Line_Window!$BX$2:$BX$25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Line_Window!$BY$2:$BY$25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Line_Window!$BZ$2:$BZ$25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Line_Window!$CA$2:$CA$25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Line_Window!$U$2:$U$25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Line_Window!$V$2:$V$25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Line_Window!$W$2:$W$25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Line_Window!$X$2:$X$25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Line_Window!$Y$2:$Y$25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Line_Window!$Z$2:$Z$25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Line_Window!$AA$2:$AA$25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Line_Window!$AB$2:$AB$25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Line_Window!$AC$2:$AC$25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Line_Window!$AD$2:$AD$25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Line_Window!$AE$2:$AE$25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Line_Window!$AF$2:$AF$25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Line_Window!$AG$2:$AG$25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Line_Window!$AH$2:$AH$25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Line_Window!$AI$2:$AI$25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Line_Window!$AJ$2:$AJ$25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Fig5_Window!$P$13:$P$19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Fig5_Window!$Q$13:$Q$19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Fig5_Window!$R$13:$R$19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Fig5_Window!$S$13:$S$19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Fig5_Window!$T$13:$T$19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Fig5_Window!$U$13:$U$19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Fig5_Window!$V$13:$V$19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Line_Window!$AS$2:$AS$367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Line_Window!$AT$2:$AT$367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Line_Window!$AU$2:$AU$367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Line_Window!$AV$2:$AV$367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Line_Window!$AW$2:$AW$367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Line_Window!$AX$2:$AX$367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Line_Window!$AY$2:$AY$367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Line_Window!$AZ$2:$AZ$367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64.6</c:v>
                </c:pt>
                <c:pt idx="2648">
                  <c:v>64.6</c:v>
                </c:pt>
                <c:pt idx="2649">
                  <c:v>64.6</c:v>
                </c:pt>
                <c:pt idx="2650">
                  <c:v>64.6</c:v>
                </c:pt>
                <c:pt idx="2651">
                  <c:v>64.6</c:v>
                </c:pt>
                <c:pt idx="2652">
                  <c:v>64.6</c:v>
                </c:pt>
                <c:pt idx="2653">
                  <c:v>64.6</c:v>
                </c:pt>
                <c:pt idx="2654">
                  <c:v>64.6</c:v>
                </c:pt>
                <c:pt idx="2655">
                  <c:v>64.6</c:v>
                </c:pt>
                <c:pt idx="2656">
                  <c:v>64.6</c:v>
                </c:pt>
                <c:pt idx="2657">
                  <c:v>64.6</c:v>
                </c:pt>
                <c:pt idx="2658">
                  <c:v>64.6</c:v>
                </c:pt>
                <c:pt idx="2659">
                  <c:v>64.6</c:v>
                </c:pt>
                <c:pt idx="2660">
                  <c:v>64.6</c:v>
                </c:pt>
                <c:pt idx="2661">
                  <c:v>64.6</c:v>
                </c:pt>
                <c:pt idx="2662">
                  <c:v>64.6</c:v>
                </c:pt>
                <c:pt idx="2663">
                  <c:v>64.6</c:v>
                </c:pt>
                <c:pt idx="2664">
                  <c:v>64.6</c:v>
                </c:pt>
                <c:pt idx="2665">
                  <c:v>64.6</c:v>
                </c:pt>
                <c:pt idx="2666">
                  <c:v>64.6</c:v>
                </c:pt>
                <c:pt idx="2667">
                  <c:v>64.6</c:v>
                </c:pt>
                <c:pt idx="2668">
                  <c:v>64.6</c:v>
                </c:pt>
                <c:pt idx="2669">
                  <c:v>64.6</c:v>
                </c:pt>
                <c:pt idx="2670">
                  <c:v>64.6</c:v>
                </c:pt>
                <c:pt idx="2671">
                  <c:v>64.6</c:v>
                </c:pt>
                <c:pt idx="2672">
                  <c:v>64.6</c:v>
                </c:pt>
                <c:pt idx="2673">
                  <c:v>64.6</c:v>
                </c:pt>
                <c:pt idx="2674">
                  <c:v>64.6</c:v>
                </c:pt>
                <c:pt idx="2675">
                  <c:v>64.6</c:v>
                </c:pt>
                <c:pt idx="2676">
                  <c:v>64.6</c:v>
                </c:pt>
                <c:pt idx="2677">
                  <c:v>64.6</c:v>
                </c:pt>
                <c:pt idx="2678">
                  <c:v>64.6</c:v>
                </c:pt>
                <c:pt idx="2679">
                  <c:v>64.6</c:v>
                </c:pt>
                <c:pt idx="2680">
                  <c:v>64.6</c:v>
                </c:pt>
                <c:pt idx="2681">
                  <c:v>64.6</c:v>
                </c:pt>
                <c:pt idx="2682">
                  <c:v>64.6</c:v>
                </c:pt>
                <c:pt idx="2683">
                  <c:v>64.6</c:v>
                </c:pt>
                <c:pt idx="2684">
                  <c:v>64.6</c:v>
                </c:pt>
                <c:pt idx="2685">
                  <c:v>64.6</c:v>
                </c:pt>
                <c:pt idx="2686">
                  <c:v>64.6</c:v>
                </c:pt>
                <c:pt idx="2687">
                  <c:v>64.6</c:v>
                </c:pt>
                <c:pt idx="2688">
                  <c:v>64.6</c:v>
                </c:pt>
                <c:pt idx="2689">
                  <c:v>64.6</c:v>
                </c:pt>
                <c:pt idx="2690">
                  <c:v>64.6</c:v>
                </c:pt>
                <c:pt idx="2691">
                  <c:v>64.6</c:v>
                </c:pt>
                <c:pt idx="2692">
                  <c:v>64.6</c:v>
                </c:pt>
                <c:pt idx="2693">
                  <c:v>64.6</c:v>
                </c:pt>
                <c:pt idx="2694">
                  <c:v>64.6</c:v>
                </c:pt>
                <c:pt idx="2695">
                  <c:v>64.6</c:v>
                </c:pt>
                <c:pt idx="2696">
                  <c:v>64.6</c:v>
                </c:pt>
                <c:pt idx="2697">
                  <c:v>64.6</c:v>
                </c:pt>
                <c:pt idx="2698">
                  <c:v>64.6</c:v>
                </c:pt>
                <c:pt idx="2699">
                  <c:v>64.6</c:v>
                </c:pt>
                <c:pt idx="2700">
                  <c:v>64.6</c:v>
                </c:pt>
                <c:pt idx="2701">
                  <c:v>64.6</c:v>
                </c:pt>
                <c:pt idx="2702">
                  <c:v>64.6</c:v>
                </c:pt>
                <c:pt idx="2703">
                  <c:v>64.6</c:v>
                </c:pt>
                <c:pt idx="2704">
                  <c:v>64.6</c:v>
                </c:pt>
                <c:pt idx="2705">
                  <c:v>64.6</c:v>
                </c:pt>
                <c:pt idx="2706">
                  <c:v>64.6</c:v>
                </c:pt>
                <c:pt idx="2707">
                  <c:v>64.6</c:v>
                </c:pt>
                <c:pt idx="2708">
                  <c:v>64.6</c:v>
                </c:pt>
                <c:pt idx="2709">
                  <c:v>64.6</c:v>
                </c:pt>
                <c:pt idx="2710">
                  <c:v>64.6</c:v>
                </c:pt>
                <c:pt idx="2711">
                  <c:v>64.6</c:v>
                </c:pt>
                <c:pt idx="2712">
                  <c:v>64.6</c:v>
                </c:pt>
                <c:pt idx="2713">
                  <c:v>64.6</c:v>
                </c:pt>
                <c:pt idx="2714">
                  <c:v>64.6</c:v>
                </c:pt>
                <c:pt idx="2715">
                  <c:v>64.6</c:v>
                </c:pt>
                <c:pt idx="2716">
                  <c:v>64.6</c:v>
                </c:pt>
                <c:pt idx="2717">
                  <c:v>64.6</c:v>
                </c:pt>
                <c:pt idx="2718">
                  <c:v>64.6</c:v>
                </c:pt>
                <c:pt idx="2719">
                  <c:v>64.6</c:v>
                </c:pt>
                <c:pt idx="2720">
                  <c:v>64.6</c:v>
                </c:pt>
                <c:pt idx="2721">
                  <c:v>64.6</c:v>
                </c:pt>
                <c:pt idx="2722">
                  <c:v>64.6</c:v>
                </c:pt>
                <c:pt idx="2723">
                  <c:v>64.6</c:v>
                </c:pt>
                <c:pt idx="2724">
                  <c:v>64.6</c:v>
                </c:pt>
                <c:pt idx="2725">
                  <c:v>64.6</c:v>
                </c:pt>
                <c:pt idx="2726">
                  <c:v>64.6</c:v>
                </c:pt>
                <c:pt idx="2727">
                  <c:v>64.6</c:v>
                </c:pt>
                <c:pt idx="2728">
                  <c:v>64.6</c:v>
                </c:pt>
                <c:pt idx="2729">
                  <c:v>64.6</c:v>
                </c:pt>
                <c:pt idx="2730">
                  <c:v>64.6</c:v>
                </c:pt>
                <c:pt idx="2731">
                  <c:v>64.6</c:v>
                </c:pt>
                <c:pt idx="2732">
                  <c:v>64.6</c:v>
                </c:pt>
                <c:pt idx="2733">
                  <c:v>64.6</c:v>
                </c:pt>
                <c:pt idx="2734">
                  <c:v>64.6</c:v>
                </c:pt>
                <c:pt idx="2735">
                  <c:v>64.6</c:v>
                </c:pt>
                <c:pt idx="2736">
                  <c:v>64.6</c:v>
                </c:pt>
                <c:pt idx="2737">
                  <c:v>64.6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0"/>
              </c:strCache>
            </c:strRef>
          </c:cat>
          <c:val>
            <c:numRef>
              <c:f>G1_SolarPeak!$M$2:$M$6210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Line_Window!$CB$2:$CB$25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Line_Window!$CC$2:$CC$25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Line_Window!$CD$2:$CD$25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Line_Window!$CE$2:$CE$25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Line_Window!$CF$2:$CF$25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Line_Window!$CG$2:$CG$25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Line_Window!$CH$2:$CH$25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Line_Window!$CI$2:$CI$25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Line_Window!$CJ$2:$CJ$25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Line_Window!$CK$2:$CK$25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Line_Window!$CL$2:$CL$25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Line_Window!$CM$2:$CM$25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 xmlns:a="http://schemas.openxmlformats.org/drawingml/2006/main"/>
          <a:p xmlns:a="http://schemas.openxmlformats.org/drawingml/2006/main">
            <a:pPr>
              <a:defRPr sz="800" b="0" i="1"/>
            </a:pPr>
            <a:r>
              <a:rPr lang="en-GB" sz="800" b="0" i="1"/>
              <a:t>GB = Elexon market index (within-day), not a day-ahead auction</a:t>
            </a:r>
          </a:p>
        </c:rich>
      </c:tx>
      <c:overlay val="0"/>
    </c:title>
    <c:autoTitleDeleted val="0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  <c:pt idx="90">
                  <c:v>105.47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  <c:pt idx="90">
                  <c:v>104.88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  <c:pt idx="90">
                  <c:v>107.11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  <c:pt idx="90">
                  <c:v>95.33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  <c:pt idx="90">
                  <c:v>157.16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0"/>
              </c:strCache>
            </c:strRef>
          </c:cat>
          <c:val>
            <c:numRef>
              <c:f>A_MonthPrice!$G$2:$G$205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49.18</c:v>
                </c:pt>
                <c:pt idx="89">
                  <c:v>48.76</c:v>
                </c:pt>
                <c:pt idx="90">
                  <c:v>49.48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  <c:pt idx="90">
                  <c:v>43.41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40.71</c:v>
                </c:pt>
                <c:pt idx="86">
                  <c:v>40.51</c:v>
                </c:pt>
                <c:pt idx="87">
                  <c:v>40.64</c:v>
                </c:pt>
                <c:pt idx="88">
                  <c:v>41.34</c:v>
                </c:pt>
                <c:pt idx="89">
                  <c:v>42.06</c:v>
                </c:pt>
                <c:pt idx="90">
                  <c:v>41.45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  <c:pt idx="90">
                  <c:v>15.72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26.31</c:v>
                </c:pt>
                <c:pt idx="90">
                  <c:v>26.18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0"/>
              </c:strCache>
            </c:strRef>
          </c:cat>
          <c:val>
            <c:numRef>
              <c:f>B_Penetration!$G$2:$G$205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-60.17</c:v>
                </c:pt>
                <c:pt idx="89">
                  <c:v>-41.0</c:v>
                </c:pt>
                <c:pt idx="90">
                  <c:v>-47.9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4.01</c:v>
                </c:pt>
                <c:pt idx="89">
                  <c:v>-19.73</c:v>
                </c:pt>
                <c:pt idx="90">
                  <c:v>-11.26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Line_Window!$BI$2:$BI$25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Line_Window!$BJ$2:$BJ$25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Line_Window!$BK$2:$BK$25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Line_Window!$BL$2:$BL$25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Line_Window!$BM$2:$BM$25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Line_Window!$BN$2:$BN$25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Line_Window!$BO$2:$BO$25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Line_Window!$BP$2:$BP$25</c:f>
              <c:numCache>
                <c:formatCode>General</c:formatCode>
                <c:ptCount val="24"/>
                <c:pt idx="0">
                  <c:v>28.52</c:v>
                </c:pt>
                <c:pt idx="1">
                  <c:v>28.51</c:v>
                </c:pt>
                <c:pt idx="2">
                  <c:v>29.2</c:v>
                </c:pt>
                <c:pt idx="3">
                  <c:v>30.78</c:v>
                </c:pt>
                <c:pt idx="4">
                  <c:v>33.32</c:v>
                </c:pt>
                <c:pt idx="5">
                  <c:v>34.29</c:v>
                </c:pt>
                <c:pt idx="6">
                  <c:v>32.03</c:v>
                </c:pt>
                <c:pt idx="7">
                  <c:v>26.6</c:v>
                </c:pt>
                <c:pt idx="8">
                  <c:v>20.5</c:v>
                </c:pt>
                <c:pt idx="9">
                  <c:v>15.98</c:v>
                </c:pt>
                <c:pt idx="10">
                  <c:v>12.97</c:v>
                </c:pt>
                <c:pt idx="11">
                  <c:v>11.7</c:v>
                </c:pt>
                <c:pt idx="12">
                  <c:v>11.61</c:v>
                </c:pt>
                <c:pt idx="13">
                  <c:v>13.71</c:v>
                </c:pt>
                <c:pt idx="14">
                  <c:v>18.42</c:v>
                </c:pt>
                <c:pt idx="15">
                  <c:v>25.39</c:v>
                </c:pt>
                <c:pt idx="16">
                  <c:v>34.12</c:v>
                </c:pt>
                <c:pt idx="17">
                  <c:v>40.34</c:v>
                </c:pt>
                <c:pt idx="18">
                  <c:v>41.86</c:v>
                </c:pt>
                <c:pt idx="19">
                  <c:v>39.81</c:v>
                </c:pt>
                <c:pt idx="20">
                  <c:v>36.86</c:v>
                </c:pt>
                <c:pt idx="21">
                  <c:v>33.95</c:v>
                </c:pt>
                <c:pt idx="22">
                  <c:v>31.31</c:v>
                </c:pt>
                <c:pt idx="23">
                  <c:v>29.53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(€/MWh). GB is the Elexon market index, not a day-ahead auction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