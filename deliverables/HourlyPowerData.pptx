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Fig1_PriceSD!$B$2:$B$8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Fig1_PriceSD!$C$2:$C$8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Fig1_PriceSD!$D$2:$D$8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Fig1_PriceSD!$E$2:$E$8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Fig1_PriceSD!$F$2:$F$8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Fig3_NegHours!$B$2:$B$8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Fig3_NegHours!$E$2:$E$8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Fig3_CumNeg!$B$2:$B$367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Fig3_CumNeg!$C$2:$C$367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Fig3_CumNeg!$D$2:$D$367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Fig3_CumNeg!$E$2:$E$367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Fig3_CumNeg!$F$2:$F$367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Fig3_CumNeg!$G$2:$G$367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Fig3_CumNeg!$H$2:$H$367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Fig3_CumNeg!$I$2:$I$367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2025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Fig2_Intraday!$B$2:$B$25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Fig2_Intraday!$C$2:$C$25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Fig2_Intraday!$D$2:$D$25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Fig2_Intraday!$E$2:$E$25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Fig2_Intraday!$F$2:$F$25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Fig2_Intraday!$G$2:$G$25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Fig2_Intraday!$H$2:$H$25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Fig2_Intraday!$I$2:$I$25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Fig4_Duration!$AJ$2:$AJ$102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Fig4_Duration!$AK$2:$AK$102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Fig4_Duration!$AL$2:$AL$102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Fig4_Duration!$AM$2:$AM$102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Fig4_Duration!$AN$2:$AN$102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Fig4_Duration!$AO$2:$AO$102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Fig4_Duration!$AP$2:$AP$102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Fig4_Duration!$AQ$2:$AQ$102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Fig2_Intraday!$S$2:$S$25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Fig2_Intraday!$T$2:$T$25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Fig2_Intraday!$U$2:$U$25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Fig2_Intraday!$V$2:$V$25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Fig2_Intraday!$W$2:$W$25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Fig2_Intraday!$X$2:$X$25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Fig2_Intraday!$Y$2:$Y$25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Fig2_Intraday!$Z$2:$Z$25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Fig2_Intraday_avg!$B$2:$B$25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Fig2_Intraday_avg!$C$2:$C$25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Fig2_Intraday_avg!$D$2:$D$25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Fig2_Intraday_avg!$E$2:$E$25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Fig2_Intraday_avg!$F$2:$F$25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Fig2_Intraday_avg!$G$2:$G$25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Fig2_Intraday_avg!$H$2:$H$25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Fig2_Intraday_avg!$I$2:$I$25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Fig5_Capture!$AJ$13:$AJ$19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Fig5_Capture!$AK$13:$AK$19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Fig5_Capture!$AL$13:$AL$19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Fig5_Capture!$AM$13:$AM$19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Fig5_Capture!$AN$13:$AN$19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Fig5_Capture!$AO$13:$AO$19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Fig5_Capture!$AP$13:$AP$19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Fig3_CumNeg!$S$2:$S$367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Fig3_CumNeg!$T$2:$T$367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Fig3_CumNeg!$U$2:$U$367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Fig3_CumNeg!$V$2:$V$367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Fig3_CumNeg!$W$2:$W$367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Fig3_CumNeg!$X$2:$X$367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Fig3_CumNeg!$Y$2:$Y$367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Fig3_CumNeg!$Z$2:$Z$367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D_NetloadDuck!$B$2:$B$25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ABC4C4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D_NetloadDuck!$C$2:$C$25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CB6BB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D_NetloadDuck!$D$2:$D$25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6EA8B2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D_NetloadDuck!$E$2:$E$25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5893A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D_NetloadDuck!$F$2:$F$25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4A779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D_NetloadDuck!$G$2:$G$25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3C5A8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D_NetloadDuck!$H$2:$H$25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D_NetloadDuck!$I$2:$I$25</c:f>
              <c:numCache>
                <c:formatCode>General</c:formatCode>
                <c:ptCount val="24"/>
                <c:pt idx="0">
                  <c:v>28.68</c:v>
                </c:pt>
                <c:pt idx="1">
                  <c:v>28.64</c:v>
                </c:pt>
                <c:pt idx="2">
                  <c:v>29.32</c:v>
                </c:pt>
                <c:pt idx="3">
                  <c:v>30.83</c:v>
                </c:pt>
                <c:pt idx="4">
                  <c:v>33.37</c:v>
                </c:pt>
                <c:pt idx="5">
                  <c:v>34.6</c:v>
                </c:pt>
                <c:pt idx="6">
                  <c:v>32.67</c:v>
                </c:pt>
                <c:pt idx="7">
                  <c:v>27.52</c:v>
                </c:pt>
                <c:pt idx="8">
                  <c:v>22.12</c:v>
                </c:pt>
                <c:pt idx="9">
                  <c:v>17.52</c:v>
                </c:pt>
                <c:pt idx="10">
                  <c:v>14.56</c:v>
                </c:pt>
                <c:pt idx="11">
                  <c:v>13.22</c:v>
                </c:pt>
                <c:pt idx="12">
                  <c:v>13.12</c:v>
                </c:pt>
                <c:pt idx="13">
                  <c:v>15.13</c:v>
                </c:pt>
                <c:pt idx="14">
                  <c:v>19.7</c:v>
                </c:pt>
                <c:pt idx="15">
                  <c:v>26.52</c:v>
                </c:pt>
                <c:pt idx="16">
                  <c:v>35.02</c:v>
                </c:pt>
                <c:pt idx="17">
                  <c:v>40.92</c:v>
                </c:pt>
                <c:pt idx="18">
                  <c:v>42.21</c:v>
                </c:pt>
                <c:pt idx="19">
                  <c:v>40.05</c:v>
                </c:pt>
                <c:pt idx="20">
                  <c:v>37.18</c:v>
                </c:pt>
                <c:pt idx="21">
                  <c:v>34.33</c:v>
                </c:pt>
                <c:pt idx="22">
                  <c:v>31.6</c:v>
                </c:pt>
                <c:pt idx="23">
                  <c:v>29.75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