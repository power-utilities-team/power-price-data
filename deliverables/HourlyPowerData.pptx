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  <c:pt idx="2738">
                  <c:v>61.1</c:v>
                </c:pt>
                <c:pt idx="2739">
                  <c:v>61.1</c:v>
                </c:pt>
                <c:pt idx="2740">
                  <c:v>61.1</c:v>
                </c:pt>
                <c:pt idx="2741">
                  <c:v>61.1</c:v>
                </c:pt>
                <c:pt idx="2742">
                  <c:v>61.1</c:v>
                </c:pt>
                <c:pt idx="2743">
                  <c:v>61.1</c:v>
                </c:pt>
                <c:pt idx="2744">
                  <c:v>61.1</c:v>
                </c:pt>
                <c:pt idx="2745">
                  <c:v>61.1</c:v>
                </c:pt>
                <c:pt idx="2746">
                  <c:v>61.1</c:v>
                </c:pt>
                <c:pt idx="2747">
                  <c:v>61.1</c:v>
                </c:pt>
                <c:pt idx="2748">
                  <c:v>61.1</c:v>
                </c:pt>
                <c:pt idx="2749">
                  <c:v>61.1</c:v>
                </c:pt>
                <c:pt idx="2750">
                  <c:v>61.1</c:v>
                </c:pt>
                <c:pt idx="2751">
                  <c:v>61.1</c:v>
                </c:pt>
                <c:pt idx="2752">
                  <c:v>61.1</c:v>
                </c:pt>
                <c:pt idx="2753">
                  <c:v>61.1</c:v>
                </c:pt>
                <c:pt idx="2754">
                  <c:v>61.1</c:v>
                </c:pt>
                <c:pt idx="2755">
                  <c:v>61.1</c:v>
                </c:pt>
                <c:pt idx="2756">
                  <c:v>61.1</c:v>
                </c:pt>
                <c:pt idx="2757">
                  <c:v>61.1</c:v>
                </c:pt>
                <c:pt idx="2758">
                  <c:v>61.1</c:v>
                </c:pt>
                <c:pt idx="2759">
                  <c:v>61.1</c:v>
                </c:pt>
                <c:pt idx="2760">
                  <c:v>61.1</c:v>
                </c:pt>
                <c:pt idx="2761">
                  <c:v>61.1</c:v>
                </c:pt>
                <c:pt idx="2762">
                  <c:v>61.1</c:v>
                </c:pt>
                <c:pt idx="2763">
                  <c:v>61.1</c:v>
                </c:pt>
                <c:pt idx="2764">
                  <c:v>61.1</c:v>
                </c:pt>
                <c:pt idx="2765">
                  <c:v>61.1</c:v>
                </c:pt>
                <c:pt idx="2766">
                  <c:v>61.1</c:v>
                </c:pt>
                <c:pt idx="2767">
                  <c:v>61.1</c:v>
                </c:pt>
                <c:pt idx="2768">
                  <c:v>61.1</c:v>
                </c:pt>
                <c:pt idx="2769">
                  <c:v>61.1</c:v>
                </c:pt>
                <c:pt idx="2770">
                  <c:v>61.1</c:v>
                </c:pt>
                <c:pt idx="2771">
                  <c:v>61.1</c:v>
                </c:pt>
                <c:pt idx="2772">
                  <c:v>61.1</c:v>
                </c:pt>
                <c:pt idx="2773">
                  <c:v>61.1</c:v>
                </c:pt>
                <c:pt idx="2774">
                  <c:v>61.1</c:v>
                </c:pt>
                <c:pt idx="2775">
                  <c:v>61.1</c:v>
                </c:pt>
                <c:pt idx="2776">
                  <c:v>61.1</c:v>
                </c:pt>
                <c:pt idx="2777">
                  <c:v>61.1</c:v>
                </c:pt>
                <c:pt idx="2778">
                  <c:v>61.1</c:v>
                </c:pt>
                <c:pt idx="2779">
                  <c:v>61.1</c:v>
                </c:pt>
                <c:pt idx="2780">
                  <c:v>61.1</c:v>
                </c:pt>
                <c:pt idx="2781">
                  <c:v>61.1</c:v>
                </c:pt>
                <c:pt idx="2782">
                  <c:v>61.1</c:v>
                </c:pt>
                <c:pt idx="2783">
                  <c:v>61.1</c:v>
                </c:pt>
                <c:pt idx="2784">
                  <c:v>61.1</c:v>
                </c:pt>
                <c:pt idx="2785">
                  <c:v>61.1</c:v>
                </c:pt>
                <c:pt idx="2786">
                  <c:v>61.1</c:v>
                </c:pt>
                <c:pt idx="2787">
                  <c:v>61.1</c:v>
                </c:pt>
                <c:pt idx="2788">
                  <c:v>61.1</c:v>
                </c:pt>
                <c:pt idx="2789">
                  <c:v>61.1</c:v>
                </c:pt>
                <c:pt idx="2790">
                  <c:v>61.1</c:v>
                </c:pt>
                <c:pt idx="2791">
                  <c:v>61.1</c:v>
                </c:pt>
                <c:pt idx="2792">
                  <c:v>61.1</c:v>
                </c:pt>
                <c:pt idx="2793">
                  <c:v>61.1</c:v>
                </c:pt>
                <c:pt idx="2794">
                  <c:v>61.1</c:v>
                </c:pt>
                <c:pt idx="2795">
                  <c:v>61.1</c:v>
                </c:pt>
                <c:pt idx="2796">
                  <c:v>61.1</c:v>
                </c:pt>
                <c:pt idx="2797">
                  <c:v>61.1</c:v>
                </c:pt>
                <c:pt idx="2798">
                  <c:v>61.1</c:v>
                </c:pt>
                <c:pt idx="2799">
                  <c:v>61.1</c:v>
                </c:pt>
                <c:pt idx="2800">
                  <c:v>61.1</c:v>
                </c:pt>
                <c:pt idx="2801">
                  <c:v>61.1</c:v>
                </c:pt>
                <c:pt idx="2802">
                  <c:v>61.1</c:v>
                </c:pt>
                <c:pt idx="2803">
                  <c:v>61.1</c:v>
                </c:pt>
                <c:pt idx="2804">
                  <c:v>61.1</c:v>
                </c:pt>
                <c:pt idx="2805">
                  <c:v>61.1</c:v>
                </c:pt>
                <c:pt idx="2806">
                  <c:v>61.1</c:v>
                </c:pt>
                <c:pt idx="2807">
                  <c:v>61.1</c:v>
                </c:pt>
                <c:pt idx="2808">
                  <c:v>61.1</c:v>
                </c:pt>
                <c:pt idx="2809">
                  <c:v>61.1</c:v>
                </c:pt>
                <c:pt idx="2810">
                  <c:v>61.1</c:v>
                </c:pt>
                <c:pt idx="2811">
                  <c:v>61.1</c:v>
                </c:pt>
                <c:pt idx="2812">
                  <c:v>61.1</c:v>
                </c:pt>
                <c:pt idx="2813">
                  <c:v>61.1</c:v>
                </c:pt>
                <c:pt idx="2814">
                  <c:v>61.1</c:v>
                </c:pt>
                <c:pt idx="2815">
                  <c:v>61.1</c:v>
                </c:pt>
                <c:pt idx="2816">
                  <c:v>61.1</c:v>
                </c:pt>
                <c:pt idx="2817">
                  <c:v>61.1</c:v>
                </c:pt>
                <c:pt idx="2818">
                  <c:v>61.1</c:v>
                </c:pt>
                <c:pt idx="2819">
                  <c:v>61.1</c:v>
                </c:pt>
                <c:pt idx="2820">
                  <c:v>61.1</c:v>
                </c:pt>
                <c:pt idx="2821">
                  <c:v>61.1</c:v>
                </c:pt>
                <c:pt idx="2822">
                  <c:v>61.1</c:v>
                </c:pt>
                <c:pt idx="2823">
                  <c:v>61.1</c:v>
                </c:pt>
                <c:pt idx="2824">
                  <c:v>61.1</c:v>
                </c:pt>
                <c:pt idx="2825">
                  <c:v>61.1</c:v>
                </c:pt>
                <c:pt idx="2826">
                  <c:v>61.1</c:v>
                </c:pt>
                <c:pt idx="2827">
                  <c:v>61.1</c:v>
                </c:pt>
                <c:pt idx="2828">
                  <c:v>61.1</c:v>
                </c:pt>
                <c:pt idx="2829">
                  <c:v>61.1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62.8</c:v>
                </c:pt>
                <c:pt idx="2739">
                  <c:v>62.8</c:v>
                </c:pt>
                <c:pt idx="2740">
                  <c:v>62.8</c:v>
                </c:pt>
                <c:pt idx="2741">
                  <c:v>62.8</c:v>
                </c:pt>
                <c:pt idx="2742">
                  <c:v>62.8</c:v>
                </c:pt>
                <c:pt idx="2743">
                  <c:v>62.8</c:v>
                </c:pt>
                <c:pt idx="2744">
                  <c:v>62.8</c:v>
                </c:pt>
                <c:pt idx="2745">
                  <c:v>62.8</c:v>
                </c:pt>
                <c:pt idx="2746">
                  <c:v>62.8</c:v>
                </c:pt>
                <c:pt idx="2747">
                  <c:v>62.8</c:v>
                </c:pt>
                <c:pt idx="2748">
                  <c:v>62.8</c:v>
                </c:pt>
                <c:pt idx="2749">
                  <c:v>62.8</c:v>
                </c:pt>
                <c:pt idx="2750">
                  <c:v>62.8</c:v>
                </c:pt>
                <c:pt idx="2751">
                  <c:v>62.8</c:v>
                </c:pt>
                <c:pt idx="2752">
                  <c:v>62.8</c:v>
                </c:pt>
                <c:pt idx="2753">
                  <c:v>62.8</c:v>
                </c:pt>
                <c:pt idx="2754">
                  <c:v>62.8</c:v>
                </c:pt>
                <c:pt idx="2755">
                  <c:v>62.8</c:v>
                </c:pt>
                <c:pt idx="2756">
                  <c:v>62.8</c:v>
                </c:pt>
                <c:pt idx="2757">
                  <c:v>62.8</c:v>
                </c:pt>
                <c:pt idx="2758">
                  <c:v>62.8</c:v>
                </c:pt>
                <c:pt idx="2759">
                  <c:v>62.8</c:v>
                </c:pt>
                <c:pt idx="2760">
                  <c:v>62.8</c:v>
                </c:pt>
                <c:pt idx="2761">
                  <c:v>62.8</c:v>
                </c:pt>
                <c:pt idx="2762">
                  <c:v>62.8</c:v>
                </c:pt>
                <c:pt idx="2763">
                  <c:v>62.8</c:v>
                </c:pt>
                <c:pt idx="2764">
                  <c:v>62.8</c:v>
                </c:pt>
                <c:pt idx="2765">
                  <c:v>62.8</c:v>
                </c:pt>
                <c:pt idx="2766">
                  <c:v>62.8</c:v>
                </c:pt>
                <c:pt idx="2767">
                  <c:v>62.8</c:v>
                </c:pt>
                <c:pt idx="2768">
                  <c:v>62.8</c:v>
                </c:pt>
                <c:pt idx="2769">
                  <c:v>62.8</c:v>
                </c:pt>
                <c:pt idx="2770">
                  <c:v>62.8</c:v>
                </c:pt>
                <c:pt idx="2771">
                  <c:v>62.8</c:v>
                </c:pt>
                <c:pt idx="2772">
                  <c:v>62.8</c:v>
                </c:pt>
                <c:pt idx="2773">
                  <c:v>62.8</c:v>
                </c:pt>
                <c:pt idx="2774">
                  <c:v>62.8</c:v>
                </c:pt>
                <c:pt idx="2775">
                  <c:v>62.8</c:v>
                </c:pt>
                <c:pt idx="2776">
                  <c:v>62.8</c:v>
                </c:pt>
                <c:pt idx="2777">
                  <c:v>62.8</c:v>
                </c:pt>
                <c:pt idx="2778">
                  <c:v>62.8</c:v>
                </c:pt>
                <c:pt idx="2779">
                  <c:v>62.8</c:v>
                </c:pt>
                <c:pt idx="2780">
                  <c:v>62.8</c:v>
                </c:pt>
                <c:pt idx="2781">
                  <c:v>62.8</c:v>
                </c:pt>
                <c:pt idx="2782">
                  <c:v>62.8</c:v>
                </c:pt>
                <c:pt idx="2783">
                  <c:v>62.8</c:v>
                </c:pt>
                <c:pt idx="2784">
                  <c:v>62.8</c:v>
                </c:pt>
                <c:pt idx="2785">
                  <c:v>62.8</c:v>
                </c:pt>
                <c:pt idx="2786">
                  <c:v>62.8</c:v>
                </c:pt>
                <c:pt idx="2787">
                  <c:v>62.8</c:v>
                </c:pt>
                <c:pt idx="2788">
                  <c:v>62.8</c:v>
                </c:pt>
                <c:pt idx="2789">
                  <c:v>62.8</c:v>
                </c:pt>
                <c:pt idx="2790">
                  <c:v>62.8</c:v>
                </c:pt>
                <c:pt idx="2791">
                  <c:v>62.8</c:v>
                </c:pt>
                <c:pt idx="2792">
                  <c:v>62.8</c:v>
                </c:pt>
                <c:pt idx="2793">
                  <c:v>62.8</c:v>
                </c:pt>
                <c:pt idx="2794">
                  <c:v>62.8</c:v>
                </c:pt>
                <c:pt idx="2795">
                  <c:v>62.8</c:v>
                </c:pt>
                <c:pt idx="2796">
                  <c:v>62.8</c:v>
                </c:pt>
                <c:pt idx="2797">
                  <c:v>62.8</c:v>
                </c:pt>
                <c:pt idx="2798">
                  <c:v>62.8</c:v>
                </c:pt>
                <c:pt idx="2799">
                  <c:v>62.8</c:v>
                </c:pt>
                <c:pt idx="2800">
                  <c:v>62.8</c:v>
                </c:pt>
                <c:pt idx="2801">
                  <c:v>62.8</c:v>
                </c:pt>
                <c:pt idx="2802">
                  <c:v>62.8</c:v>
                </c:pt>
                <c:pt idx="2803">
                  <c:v>62.8</c:v>
                </c:pt>
                <c:pt idx="2804">
                  <c:v>62.8</c:v>
                </c:pt>
                <c:pt idx="2805">
                  <c:v>62.8</c:v>
                </c:pt>
                <c:pt idx="2806">
                  <c:v>62.8</c:v>
                </c:pt>
                <c:pt idx="2807">
                  <c:v>62.8</c:v>
                </c:pt>
                <c:pt idx="2808">
                  <c:v>62.8</c:v>
                </c:pt>
                <c:pt idx="2809">
                  <c:v>62.8</c:v>
                </c:pt>
                <c:pt idx="2810">
                  <c:v>62.8</c:v>
                </c:pt>
                <c:pt idx="2811">
                  <c:v>62.8</c:v>
                </c:pt>
                <c:pt idx="2812">
                  <c:v>62.8</c:v>
                </c:pt>
                <c:pt idx="2813">
                  <c:v>62.8</c:v>
                </c:pt>
                <c:pt idx="2814">
                  <c:v>62.8</c:v>
                </c:pt>
                <c:pt idx="2815">
                  <c:v>62.8</c:v>
                </c:pt>
                <c:pt idx="2816">
                  <c:v>62.8</c:v>
                </c:pt>
                <c:pt idx="2817">
                  <c:v>62.8</c:v>
                </c:pt>
                <c:pt idx="2818">
                  <c:v>62.8</c:v>
                </c:pt>
                <c:pt idx="2819">
                  <c:v>62.8</c:v>
                </c:pt>
                <c:pt idx="2820">
                  <c:v>62.8</c:v>
                </c:pt>
                <c:pt idx="2821">
                  <c:v>62.8</c:v>
                </c:pt>
                <c:pt idx="2822">
                  <c:v>62.8</c:v>
                </c:pt>
                <c:pt idx="2823">
                  <c:v>62.8</c:v>
                </c:pt>
                <c:pt idx="2824">
                  <c:v>62.8</c:v>
                </c:pt>
                <c:pt idx="2825">
                  <c:v>62.8</c:v>
                </c:pt>
                <c:pt idx="2826">
                  <c:v>62.8</c:v>
                </c:pt>
                <c:pt idx="2827">
                  <c:v>62.8</c:v>
                </c:pt>
                <c:pt idx="2828">
                  <c:v>62.8</c:v>
                </c:pt>
                <c:pt idx="2829">
                  <c:v>62.8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62.4</c:v>
                </c:pt>
                <c:pt idx="2739">
                  <c:v>62.4</c:v>
                </c:pt>
                <c:pt idx="2740">
                  <c:v>62.4</c:v>
                </c:pt>
                <c:pt idx="2741">
                  <c:v>62.4</c:v>
                </c:pt>
                <c:pt idx="2742">
                  <c:v>62.4</c:v>
                </c:pt>
                <c:pt idx="2743">
                  <c:v>62.4</c:v>
                </c:pt>
                <c:pt idx="2744">
                  <c:v>62.4</c:v>
                </c:pt>
                <c:pt idx="2745">
                  <c:v>62.4</c:v>
                </c:pt>
                <c:pt idx="2746">
                  <c:v>62.4</c:v>
                </c:pt>
                <c:pt idx="2747">
                  <c:v>62.4</c:v>
                </c:pt>
                <c:pt idx="2748">
                  <c:v>62.4</c:v>
                </c:pt>
                <c:pt idx="2749">
                  <c:v>62.4</c:v>
                </c:pt>
                <c:pt idx="2750">
                  <c:v>62.4</c:v>
                </c:pt>
                <c:pt idx="2751">
                  <c:v>62.4</c:v>
                </c:pt>
                <c:pt idx="2752">
                  <c:v>62.4</c:v>
                </c:pt>
                <c:pt idx="2753">
                  <c:v>62.4</c:v>
                </c:pt>
                <c:pt idx="2754">
                  <c:v>62.4</c:v>
                </c:pt>
                <c:pt idx="2755">
                  <c:v>62.4</c:v>
                </c:pt>
                <c:pt idx="2756">
                  <c:v>62.4</c:v>
                </c:pt>
                <c:pt idx="2757">
                  <c:v>62.4</c:v>
                </c:pt>
                <c:pt idx="2758">
                  <c:v>62.4</c:v>
                </c:pt>
                <c:pt idx="2759">
                  <c:v>62.4</c:v>
                </c:pt>
                <c:pt idx="2760">
                  <c:v>62.4</c:v>
                </c:pt>
                <c:pt idx="2761">
                  <c:v>62.4</c:v>
                </c:pt>
                <c:pt idx="2762">
                  <c:v>62.4</c:v>
                </c:pt>
                <c:pt idx="2763">
                  <c:v>62.4</c:v>
                </c:pt>
                <c:pt idx="2764">
                  <c:v>62.4</c:v>
                </c:pt>
                <c:pt idx="2765">
                  <c:v>62.4</c:v>
                </c:pt>
                <c:pt idx="2766">
                  <c:v>62.4</c:v>
                </c:pt>
                <c:pt idx="2767">
                  <c:v>62.4</c:v>
                </c:pt>
                <c:pt idx="2768">
                  <c:v>62.4</c:v>
                </c:pt>
                <c:pt idx="2769">
                  <c:v>62.4</c:v>
                </c:pt>
                <c:pt idx="2770">
                  <c:v>62.4</c:v>
                </c:pt>
                <c:pt idx="2771">
                  <c:v>62.4</c:v>
                </c:pt>
                <c:pt idx="2772">
                  <c:v>62.4</c:v>
                </c:pt>
                <c:pt idx="2773">
                  <c:v>62.4</c:v>
                </c:pt>
                <c:pt idx="2774">
                  <c:v>62.4</c:v>
                </c:pt>
                <c:pt idx="2775">
                  <c:v>62.4</c:v>
                </c:pt>
                <c:pt idx="2776">
                  <c:v>62.4</c:v>
                </c:pt>
                <c:pt idx="2777">
                  <c:v>62.4</c:v>
                </c:pt>
                <c:pt idx="2778">
                  <c:v>62.4</c:v>
                </c:pt>
                <c:pt idx="2779">
                  <c:v>62.4</c:v>
                </c:pt>
                <c:pt idx="2780">
                  <c:v>62.4</c:v>
                </c:pt>
                <c:pt idx="2781">
                  <c:v>62.4</c:v>
                </c:pt>
                <c:pt idx="2782">
                  <c:v>62.4</c:v>
                </c:pt>
                <c:pt idx="2783">
                  <c:v>62.4</c:v>
                </c:pt>
                <c:pt idx="2784">
                  <c:v>62.4</c:v>
                </c:pt>
                <c:pt idx="2785">
                  <c:v>62.4</c:v>
                </c:pt>
                <c:pt idx="2786">
                  <c:v>62.4</c:v>
                </c:pt>
                <c:pt idx="2787">
                  <c:v>62.4</c:v>
                </c:pt>
                <c:pt idx="2788">
                  <c:v>62.4</c:v>
                </c:pt>
                <c:pt idx="2789">
                  <c:v>62.4</c:v>
                </c:pt>
                <c:pt idx="2790">
                  <c:v>62.4</c:v>
                </c:pt>
                <c:pt idx="2791">
                  <c:v>62.4</c:v>
                </c:pt>
                <c:pt idx="2792">
                  <c:v>62.4</c:v>
                </c:pt>
                <c:pt idx="2793">
                  <c:v>62.4</c:v>
                </c:pt>
                <c:pt idx="2794">
                  <c:v>62.4</c:v>
                </c:pt>
                <c:pt idx="2795">
                  <c:v>62.4</c:v>
                </c:pt>
                <c:pt idx="2796">
                  <c:v>62.4</c:v>
                </c:pt>
                <c:pt idx="2797">
                  <c:v>62.4</c:v>
                </c:pt>
                <c:pt idx="2798">
                  <c:v>62.4</c:v>
                </c:pt>
                <c:pt idx="2799">
                  <c:v>62.4</c:v>
                </c:pt>
                <c:pt idx="2800">
                  <c:v>62.4</c:v>
                </c:pt>
                <c:pt idx="2801">
                  <c:v>62.4</c:v>
                </c:pt>
                <c:pt idx="2802">
                  <c:v>62.4</c:v>
                </c:pt>
                <c:pt idx="2803">
                  <c:v>62.4</c:v>
                </c:pt>
                <c:pt idx="2804">
                  <c:v>62.4</c:v>
                </c:pt>
                <c:pt idx="2805">
                  <c:v>62.4</c:v>
                </c:pt>
                <c:pt idx="2806">
                  <c:v>62.4</c:v>
                </c:pt>
                <c:pt idx="2807">
                  <c:v>62.4</c:v>
                </c:pt>
                <c:pt idx="2808">
                  <c:v>62.4</c:v>
                </c:pt>
                <c:pt idx="2809">
                  <c:v>62.4</c:v>
                </c:pt>
                <c:pt idx="2810">
                  <c:v>62.4</c:v>
                </c:pt>
                <c:pt idx="2811">
                  <c:v>62.4</c:v>
                </c:pt>
                <c:pt idx="2812">
                  <c:v>62.4</c:v>
                </c:pt>
                <c:pt idx="2813">
                  <c:v>62.4</c:v>
                </c:pt>
                <c:pt idx="2814">
                  <c:v>62.4</c:v>
                </c:pt>
                <c:pt idx="2815">
                  <c:v>62.4</c:v>
                </c:pt>
                <c:pt idx="2816">
                  <c:v>62.4</c:v>
                </c:pt>
                <c:pt idx="2817">
                  <c:v>62.4</c:v>
                </c:pt>
                <c:pt idx="2818">
                  <c:v>62.4</c:v>
                </c:pt>
                <c:pt idx="2819">
                  <c:v>62.4</c:v>
                </c:pt>
                <c:pt idx="2820">
                  <c:v>62.4</c:v>
                </c:pt>
                <c:pt idx="2821">
                  <c:v>62.4</c:v>
                </c:pt>
                <c:pt idx="2822">
                  <c:v>62.4</c:v>
                </c:pt>
                <c:pt idx="2823">
                  <c:v>62.4</c:v>
                </c:pt>
                <c:pt idx="2824">
                  <c:v>62.4</c:v>
                </c:pt>
                <c:pt idx="2825">
                  <c:v>62.4</c:v>
                </c:pt>
                <c:pt idx="2826">
                  <c:v>62.4</c:v>
                </c:pt>
                <c:pt idx="2827">
                  <c:v>62.4</c:v>
                </c:pt>
                <c:pt idx="2828">
                  <c:v>62.4</c:v>
                </c:pt>
                <c:pt idx="2829">
                  <c:v>62.4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  <c:pt idx="92">
                  <c:v>144.84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  <c:pt idx="92">
                  <c:v>143.3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  <c:pt idx="92">
                  <c:v>143.94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  <c:pt idx="92">
                  <c:v>143.31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180.09</c:v>
                </c:pt>
                <c:pt idx="92">
                  <c:v>207.59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  <c:pt idx="92">
                  <c:v>49.77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  <c:pt idx="92">
                  <c:v>43.6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  <c:pt idx="92">
                  <c:v>41.34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  <c:pt idx="92">
                  <c:v>16.1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25.84</c:v>
                </c:pt>
                <c:pt idx="92">
                  <c:v>25.88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  <c:pt idx="92">
                  <c:v>-41.16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  <c:pt idx="92">
                  <c:v>-18.81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27.85</c:v>
                </c:pt>
                <c:pt idx="1">
                  <c:v>27.86</c:v>
                </c:pt>
                <c:pt idx="2">
                  <c:v>28.58</c:v>
                </c:pt>
                <c:pt idx="3">
                  <c:v>30.3</c:v>
                </c:pt>
                <c:pt idx="4">
                  <c:v>33.08</c:v>
                </c:pt>
                <c:pt idx="5">
                  <c:v>34.02</c:v>
                </c:pt>
                <c:pt idx="6">
                  <c:v>31.55</c:v>
                </c:pt>
                <c:pt idx="7">
                  <c:v>25.88</c:v>
                </c:pt>
                <c:pt idx="8">
                  <c:v>19.71</c:v>
                </c:pt>
                <c:pt idx="9">
                  <c:v>14.98</c:v>
                </c:pt>
                <c:pt idx="10">
                  <c:v>11.88</c:v>
                </c:pt>
                <c:pt idx="11">
                  <c:v>10.63</c:v>
                </c:pt>
                <c:pt idx="12">
                  <c:v>10.6</c:v>
                </c:pt>
                <c:pt idx="13">
                  <c:v>12.75</c:v>
                </c:pt>
                <c:pt idx="14">
                  <c:v>17.67</c:v>
                </c:pt>
                <c:pt idx="15">
                  <c:v>25.06</c:v>
                </c:pt>
                <c:pt idx="16">
                  <c:v>34.07</c:v>
                </c:pt>
                <c:pt idx="17">
                  <c:v>40.12</c:v>
                </c:pt>
                <c:pt idx="18">
                  <c:v>41.26</c:v>
                </c:pt>
                <c:pt idx="19">
                  <c:v>39.01</c:v>
                </c:pt>
                <c:pt idx="20">
                  <c:v>36.03</c:v>
                </c:pt>
                <c:pt idx="21">
                  <c:v>33.12</c:v>
                </c:pt>
                <c:pt idx="22">
                  <c:v>30.48</c:v>
                </c:pt>
                <c:pt idx="23">
                  <c:v>28.78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