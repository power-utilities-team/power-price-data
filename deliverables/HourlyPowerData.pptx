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29.0</c:v>
                </c:pt>
                <c:pt idx="1">
                  <c:v>29.34</c:v>
                </c:pt>
                <c:pt idx="2">
                  <c:v>30.1</c:v>
                </c:pt>
                <c:pt idx="3">
                  <c:v>31.3</c:v>
                </c:pt>
                <c:pt idx="4">
                  <c:v>33.3</c:v>
                </c:pt>
                <c:pt idx="5">
                  <c:v>31.72</c:v>
                </c:pt>
                <c:pt idx="6">
                  <c:v>25.57</c:v>
                </c:pt>
                <c:pt idx="7">
                  <c:v>16.24</c:v>
                </c:pt>
                <c:pt idx="8">
                  <c:v>8.68</c:v>
                </c:pt>
                <c:pt idx="9">
                  <c:v>3.36</c:v>
                </c:pt>
                <c:pt idx="10">
                  <c:v>-0.32</c:v>
                </c:pt>
                <c:pt idx="11">
                  <c:v>-1.84</c:v>
                </c:pt>
                <c:pt idx="12">
                  <c:v>-1.79</c:v>
                </c:pt>
                <c:pt idx="13">
                  <c:v>0.57</c:v>
                </c:pt>
                <c:pt idx="14">
                  <c:v>4.91</c:v>
                </c:pt>
                <c:pt idx="15">
                  <c:v>11.21</c:v>
                </c:pt>
                <c:pt idx="16">
                  <c:v>21.0</c:v>
                </c:pt>
                <c:pt idx="17">
                  <c:v>30.52</c:v>
                </c:pt>
                <c:pt idx="18">
                  <c:v>36.43</c:v>
                </c:pt>
                <c:pt idx="19">
                  <c:v>37.26</c:v>
                </c:pt>
                <c:pt idx="20">
                  <c:v>35.91</c:v>
                </c:pt>
                <c:pt idx="21">
                  <c:v>32.9</c:v>
                </c:pt>
                <c:pt idx="22">
                  <c:v>30.71</c:v>
                </c:pt>
                <c:pt idx="23">
                  <c:v>29.52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