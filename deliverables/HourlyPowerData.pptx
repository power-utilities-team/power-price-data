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21.87</c:v>
                </c:pt>
                <c:pt idx="9">
                  <c:v>17.48</c:v>
                </c:pt>
                <c:pt idx="10">
                  <c:v>14.52</c:v>
                </c:pt>
                <c:pt idx="11">
                  <c:v>13.18</c:v>
                </c:pt>
                <c:pt idx="12">
                  <c:v>13.1</c:v>
                </c:pt>
                <c:pt idx="13">
                  <c:v>15.12</c:v>
                </c:pt>
                <c:pt idx="14">
                  <c:v>19.71</c:v>
                </c:pt>
                <c:pt idx="15">
                  <c:v>26.51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