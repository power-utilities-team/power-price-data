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  <c:pt idx="91">
                  <c:v>126.85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  <c:pt idx="91">
                  <c:v>118.27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  <c:pt idx="91">
                  <c:v>121.39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  <c:pt idx="91">
                  <c:v>122.82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157.15</c:v>
                </c:pt>
                <c:pt idx="91">
                  <c:v>180.09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  <c:pt idx="91">
                  <c:v>49.78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  <c:pt idx="91">
                  <c:v>43.64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  <c:pt idx="91">
                  <c:v>41.65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  <c:pt idx="91">
                  <c:v>15.99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26.19</c:v>
                </c:pt>
                <c:pt idx="91">
                  <c:v>25.85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  <c:pt idx="91">
                  <c:v>-47.49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  <c:pt idx="91">
                  <c:v>-2.06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27.84</c:v>
                </c:pt>
                <c:pt idx="1">
                  <c:v>27.85</c:v>
                </c:pt>
                <c:pt idx="2">
                  <c:v>28.57</c:v>
                </c:pt>
                <c:pt idx="3">
                  <c:v>30.26</c:v>
                </c:pt>
                <c:pt idx="4">
                  <c:v>32.98</c:v>
                </c:pt>
                <c:pt idx="5">
                  <c:v>33.89</c:v>
                </c:pt>
                <c:pt idx="6">
                  <c:v>31.46</c:v>
                </c:pt>
                <c:pt idx="7">
                  <c:v>25.82</c:v>
                </c:pt>
                <c:pt idx="8">
                  <c:v>19.66</c:v>
                </c:pt>
                <c:pt idx="9">
                  <c:v>14.93</c:v>
                </c:pt>
                <c:pt idx="10">
                  <c:v>11.85</c:v>
                </c:pt>
                <c:pt idx="11">
                  <c:v>10.57</c:v>
                </c:pt>
                <c:pt idx="12">
                  <c:v>10.54</c:v>
                </c:pt>
                <c:pt idx="13">
                  <c:v>12.71</c:v>
                </c:pt>
                <c:pt idx="14">
                  <c:v>17.55</c:v>
                </c:pt>
                <c:pt idx="15">
                  <c:v>24.84</c:v>
                </c:pt>
                <c:pt idx="16">
                  <c:v>33.87</c:v>
                </c:pt>
                <c:pt idx="17">
                  <c:v>40.05</c:v>
                </c:pt>
                <c:pt idx="18">
                  <c:v>41.31</c:v>
                </c:pt>
                <c:pt idx="19">
                  <c:v>39.09</c:v>
                </c:pt>
                <c:pt idx="20">
                  <c:v>36.09</c:v>
                </c:pt>
                <c:pt idx="21">
                  <c:v>33.16</c:v>
                </c:pt>
                <c:pt idx="22">
                  <c:v>30.51</c:v>
                </c:pt>
                <c:pt idx="23">
                  <c:v>28.78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