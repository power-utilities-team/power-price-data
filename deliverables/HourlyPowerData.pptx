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28.5</c:v>
                </c:pt>
                <c:pt idx="1">
                  <c:v>28.48</c:v>
                </c:pt>
                <c:pt idx="2">
                  <c:v>29.17</c:v>
                </c:pt>
                <c:pt idx="3">
                  <c:v>30.72</c:v>
                </c:pt>
                <c:pt idx="4">
                  <c:v>33.22</c:v>
                </c:pt>
                <c:pt idx="5">
                  <c:v>34.19</c:v>
                </c:pt>
                <c:pt idx="6">
                  <c:v>31.93</c:v>
                </c:pt>
                <c:pt idx="7">
                  <c:v>26.48</c:v>
                </c:pt>
                <c:pt idx="8">
                  <c:v>20.55</c:v>
                </c:pt>
                <c:pt idx="9">
                  <c:v>16.02</c:v>
                </c:pt>
                <c:pt idx="10">
                  <c:v>13.1</c:v>
                </c:pt>
                <c:pt idx="11">
                  <c:v>11.81</c:v>
                </c:pt>
                <c:pt idx="12">
                  <c:v>11.72</c:v>
                </c:pt>
                <c:pt idx="13">
                  <c:v>13.83</c:v>
                </c:pt>
                <c:pt idx="14">
                  <c:v>18.52</c:v>
                </c:pt>
                <c:pt idx="15">
                  <c:v>25.5</c:v>
                </c:pt>
                <c:pt idx="16">
                  <c:v>34.21</c:v>
                </c:pt>
                <c:pt idx="17">
                  <c:v>40.4</c:v>
                </c:pt>
                <c:pt idx="18">
                  <c:v>41.86</c:v>
                </c:pt>
                <c:pt idx="19">
                  <c:v>39.8</c:v>
                </c:pt>
                <c:pt idx="20">
                  <c:v>36.85</c:v>
                </c:pt>
                <c:pt idx="21">
                  <c:v>33.96</c:v>
                </c:pt>
                <c:pt idx="22">
                  <c:v>31.37</c:v>
                </c:pt>
                <c:pt idx="23">
                  <c:v>29.52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