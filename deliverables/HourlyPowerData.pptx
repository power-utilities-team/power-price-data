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  <c:pt idx="90">
                  <c:v>49.39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  <c:pt idx="90">
                  <c:v>41.46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28.81</c:v>
                </c:pt>
                <c:pt idx="1">
                  <c:v>28.76</c:v>
                </c:pt>
                <c:pt idx="2">
                  <c:v>29.43</c:v>
                </c:pt>
                <c:pt idx="3">
                  <c:v>30.92</c:v>
                </c:pt>
                <c:pt idx="4">
                  <c:v>33.43</c:v>
                </c:pt>
                <c:pt idx="5">
                  <c:v>34.6</c:v>
                </c:pt>
                <c:pt idx="6">
                  <c:v>32.62</c:v>
                </c:pt>
                <c:pt idx="7">
                  <c:v>27.43</c:v>
                </c:pt>
                <c:pt idx="8">
                  <c:v>21.74</c:v>
                </c:pt>
                <c:pt idx="9">
                  <c:v>17.45</c:v>
                </c:pt>
                <c:pt idx="10">
                  <c:v>14.47</c:v>
                </c:pt>
                <c:pt idx="11">
                  <c:v>13.12</c:v>
                </c:pt>
                <c:pt idx="12">
                  <c:v>13.02</c:v>
                </c:pt>
                <c:pt idx="13">
                  <c:v>15.05</c:v>
                </c:pt>
                <c:pt idx="14">
                  <c:v>19.63</c:v>
                </c:pt>
                <c:pt idx="15">
                  <c:v>26.47</c:v>
                </c:pt>
                <c:pt idx="16">
                  <c:v>35.0</c:v>
                </c:pt>
                <c:pt idx="17">
                  <c:v>40.92</c:v>
                </c:pt>
                <c:pt idx="18">
                  <c:v>42.23</c:v>
                </c:pt>
                <c:pt idx="19">
                  <c:v>40.12</c:v>
                </c:pt>
                <c:pt idx="20">
                  <c:v>37.27</c:v>
                </c:pt>
                <c:pt idx="21">
                  <c:v>34.42</c:v>
                </c:pt>
                <c:pt idx="22">
                  <c:v>31.71</c:v>
                </c:pt>
                <c:pt idx="23">
                  <c:v>29.87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0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