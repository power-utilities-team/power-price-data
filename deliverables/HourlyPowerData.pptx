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DE 2025</c:v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Fig6_MinMax!$CO$2:$CO$367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Fig6_MinMax!$H$2:$H$367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Fig7_GenMix!$ADY$2:$ADY$25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Fig7_GenMix!$AEA$2:$AEA$25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Fig7_GenMix!$AED$2:$AED$25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Fig7_GenMix!$AEE$2:$AEE$25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Fig7_GenMix!$AEF$2:$AEF$25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Fig7_GenMix!$AEG$2:$AEG$25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Fig7_GenMix!$AEI$2:$AEI$25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Fig7_GenMix!$AEL$2:$AEL$25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Fig7_GenMix!$AEO$2:$AEO$25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G2_MonthDuck!$BV$2:$BV$25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G2_MonthDuck!$BW$2:$BW$25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G2_MonthDuck!$BX$2:$BX$25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G2_MonthDuck!$BY$2:$BY$25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G2_MonthDuck!$BZ$2:$BZ$25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G2_MonthDuck!$CA$2:$CA$25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G2_MonthDuck!$CB$2:$CB$25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G2_MonthDuck!$CC$2:$CC$25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G2_MonthDuck!$CD$2:$CD$25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G2_MonthDuck!$CE$2:$CE$25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G2_MonthDuck!$CF$2:$CF$25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G2_MonthDuck!$CG$2:$CG$25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28.75</c:v>
                </c:pt>
                <c:pt idx="1">
                  <c:v>28.71</c:v>
                </c:pt>
                <c:pt idx="2">
                  <c:v>29.39</c:v>
                </c:pt>
                <c:pt idx="3">
                  <c:v>30.9</c:v>
                </c:pt>
                <c:pt idx="4">
                  <c:v>33.45</c:v>
                </c:pt>
                <c:pt idx="5">
                  <c:v>34.65</c:v>
                </c:pt>
                <c:pt idx="6">
                  <c:v>32.7</c:v>
                </c:pt>
                <c:pt idx="7">
                  <c:v>27.53</c:v>
                </c:pt>
                <c:pt idx="8">
                  <c:v>21.87</c:v>
                </c:pt>
                <c:pt idx="9">
                  <c:v>17.48</c:v>
                </c:pt>
                <c:pt idx="10">
                  <c:v>14.52</c:v>
                </c:pt>
                <c:pt idx="11">
                  <c:v>13.18</c:v>
                </c:pt>
                <c:pt idx="12">
                  <c:v>13.1</c:v>
                </c:pt>
                <c:pt idx="13">
                  <c:v>15.12</c:v>
                </c:pt>
                <c:pt idx="14">
                  <c:v>19.71</c:v>
                </c:pt>
                <c:pt idx="15">
                  <c:v>26.54</c:v>
                </c:pt>
                <c:pt idx="16">
                  <c:v>35.02</c:v>
                </c:pt>
                <c:pt idx="17">
                  <c:v>40.92</c:v>
                </c:pt>
                <c:pt idx="18">
                  <c:v>42.21</c:v>
                </c:pt>
                <c:pt idx="19">
                  <c:v>40.07</c:v>
                </c:pt>
                <c:pt idx="20">
                  <c:v>37.21</c:v>
                </c:pt>
                <c:pt idx="21">
                  <c:v>34.37</c:v>
                </c:pt>
                <c:pt idx="22">
                  <c:v>31.65</c:v>
                </c:pt>
                <c:pt idx="23">
                  <c:v>29.81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